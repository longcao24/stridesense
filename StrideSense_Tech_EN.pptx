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9"/>
    <p:restoredTop sz="96569"/>
  </p:normalViewPr>
  <p:slideViewPr>
    <p:cSldViewPr snapToGrid="0" snapToObjects="1">
      <p:cViewPr varScale="1">
        <p:scale>
          <a:sx n="133" d="100"/>
          <a:sy n="133" d="100"/>
        </p:scale>
        <p:origin x="73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14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 · Cover  (~45s)</a:t>
            </a:r>
          </a:p>
          <a:p>
            <a:r>
              <a:rPr dirty="0"/>
              <a:t>• Hook: "Athletes train by feel — but the foot is where the truth is, and the eye can't see it."</a:t>
            </a:r>
          </a:p>
          <a:p>
            <a:r>
              <a:rPr dirty="0"/>
              <a:t>• Point to the ⚠ box: left-right asymmetry, impact overload, unstable landing → invisible → injury + plateau.</a:t>
            </a:r>
          </a:p>
          <a:p>
            <a:r>
              <a:rPr dirty="0"/>
              <a:t>• What we built: today, ONE iPhone strapped to the foot already reconstructs trajectory + full gait. No app, no special hardware.</a:t>
            </a:r>
          </a:p>
          <a:p>
            <a:r>
              <a:rPr dirty="0"/>
              <a:t>• Where it goes: a commercial 6-axis IMU pod embedded in YOUR </a:t>
            </a:r>
            <a:r>
              <a:rPr dirty="0" err="1"/>
              <a:t>Fitasy</a:t>
            </a:r>
            <a:r>
              <a:rPr dirty="0"/>
              <a:t> shoes — that is the proposal.</a:t>
            </a:r>
          </a:p>
          <a:p>
            <a:r>
              <a:rPr dirty="0"/>
              <a:t>• Agenda: three things — live demo, accuracy &amp; capability, future apps.</a:t>
            </a:r>
          </a:p>
          <a:p>
            <a:r>
              <a:rPr dirty="0"/>
              <a:t>→ NEXT: "Let me show you it actually works."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 · Demo  (~1.5 min, + live demo)</a:t>
            </a:r>
          </a:p>
          <a:p>
            <a:r>
              <a:rPr dirty="0"/>
              <a:t>• Real data, not a mockup: an iPhone's built-in 6-axis IMU (accelerometer + gyroscope) recording a real walk.</a:t>
            </a:r>
          </a:p>
          <a:p>
            <a:r>
              <a:rPr dirty="0"/>
              <a:t>• Left = the sensor; middle = the actual recording; right = reconstructed 2D ground path + 3D trajectory.</a:t>
            </a:r>
          </a:p>
          <a:p>
            <a:r>
              <a:rPr dirty="0"/>
              <a:t>• Why it does not drift: every footfall is momentarily still → we zero the velocity each step (ZUPT) → no runaway drift.</a:t>
            </a:r>
          </a:p>
          <a:p>
            <a:r>
              <a:rPr dirty="0"/>
              <a:t>• KEY LINE (say it): one phone already reconstructs a full single-foot gait trajectory; an in-shoe pod only makes it steadier &amp; more complete.</a:t>
            </a:r>
          </a:p>
          <a:p>
            <a:r>
              <a:rPr dirty="0"/>
              <a:t>• Be honest: one ~8.6s walk, 6 steps, 60Hz, open path — proves feasibility + reconstruction, NOT yet validated vs motion-capture.</a:t>
            </a:r>
          </a:p>
          <a:p>
            <a:r>
              <a:rPr dirty="0"/>
              <a:t>• [LIVE DEMO — optional, ~2 min]: open the phone page, Calibrate → Walk mode → walk a few steps → show the live ground path + gait panel. Keep it short.</a:t>
            </a:r>
          </a:p>
          <a:p>
            <a:r>
              <a:rPr dirty="0"/>
              <a:t>→ NEXT: "It works — but is it accurate enough to be useful?"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 · Accuracy &amp; Capability  (~1.5 min)</a:t>
            </a:r>
          </a:p>
          <a:p>
            <a:r>
              <a:rPr dirty="0"/>
              <a:t>• Two columns: left = the phone demo (iPhone 6-axis), right = a commercial 6-axis pod (real parts).</a:t>
            </a:r>
          </a:p>
          <a:p>
            <a:r>
              <a:rPr dirty="0"/>
              <a:t>• Same sensor class, same algorithm — the pod just adds higher rate, rigid mount, hard </a:t>
            </a:r>
            <a:r>
              <a:rPr dirty="0" err="1"/>
              <a:t>timebase</a:t>
            </a:r>
            <a:r>
              <a:rPr dirty="0"/>
              <a:t>.</a:t>
            </a:r>
          </a:p>
          <a:p>
            <a:r>
              <a:rPr dirty="0"/>
              <a:t>• HEADLINE (point to the bar): of 11 gait features, 7 are good enough to use as ABSOLUTE metrics; 4 are RELATIVE — one calibration, but the change is precise.</a:t>
            </a:r>
          </a:p>
          <a:p>
            <a:r>
              <a:rPr dirty="0"/>
              <a:t>• Don't read the table line by line. Message: cadence, stride time, gait CV, ground-contact, stance/swing, stride length — all absolute. These are foot signals a watch cannot measure.</a:t>
            </a:r>
          </a:p>
          <a:p>
            <a:r>
              <a:rPr dirty="0"/>
              <a:t>• Honesty (source row): phone ± are estimates from a single uncalibrated trial; commercial column = datasheet / literature upper bounds, benchmarked to Vicon &amp; </a:t>
            </a:r>
            <a:r>
              <a:rPr dirty="0" err="1"/>
              <a:t>Plantiga</a:t>
            </a:r>
            <a:r>
              <a:rPr dirty="0"/>
              <a:t>.</a:t>
            </a:r>
          </a:p>
          <a:p>
            <a:r>
              <a:rPr dirty="0"/>
              <a:t>→ NEXT: "So what do these features actually unlock?"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 · Future Apps  (~1 min)</a:t>
            </a:r>
          </a:p>
          <a:p>
            <a:r>
              <a:rPr dirty="0"/>
              <a:t>• One pod, two scenarios — both matter to your customers.</a:t>
            </a:r>
          </a:p>
          <a:p>
            <a:r>
              <a:rPr dirty="0"/>
              <a:t>• Athletic Performance: running form &amp; efficiency, path / range of motion, training-load management.</a:t>
            </a:r>
          </a:p>
          <a:p>
            <a:r>
              <a:rPr dirty="0"/>
              <a:t>• Sport Rehab — this is RETURN-TO-SPORT, not medical: symmetry / RTS readiness, fatigue &amp; landing stability, trip / clearance risk.</a:t>
            </a:r>
          </a:p>
          <a:p>
            <a:r>
              <a:rPr dirty="0"/>
              <a:t>• Each "app" is just a different report template over the same quantifiable foot features.</a:t>
            </a:r>
          </a:p>
          <a:p>
            <a:r>
              <a:rPr dirty="0"/>
              <a:t>→ NEXT: "Which raises the obvious question — can this actually fit inside a shoe?"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 · Hardware · Two Routes  (~1.5 min)</a:t>
            </a:r>
          </a:p>
          <a:p>
            <a:r>
              <a:rPr dirty="0"/>
              <a:t>• Honest reality first: complete off-the-shelf modules (battery + Bluetooth built in) are all ≥10mm — you can't lay one flat in a thin insole.</a:t>
            </a:r>
          </a:p>
          <a:p>
            <a:r>
              <a:rPr dirty="0"/>
              <a:t>• Two routes, NEITHER needs us to design a circuit:</a:t>
            </a:r>
          </a:p>
          <a:p>
            <a:r>
              <a:rPr dirty="0"/>
              <a:t>• Route A (fast): a complete module (</a:t>
            </a:r>
            <a:r>
              <a:rPr dirty="0" err="1"/>
              <a:t>WitMotion</a:t>
            </a:r>
            <a:r>
              <a:rPr dirty="0"/>
              <a:t> ~$16–30, or </a:t>
            </a:r>
            <a:r>
              <a:rPr dirty="0" err="1"/>
              <a:t>mbientlab</a:t>
            </a:r>
            <a:r>
              <a:rPr dirty="0"/>
              <a:t>) → a custom </a:t>
            </a:r>
            <a:r>
              <a:rPr dirty="0" err="1"/>
              <a:t>Fitasy</a:t>
            </a:r>
            <a:r>
              <a:rPr dirty="0"/>
              <a:t> 3D-printed midsole pocket, removable. This IS the "buy + package" idea — your custom shoe is the enabler. Pilot in 1–2 weeks.</a:t>
            </a:r>
          </a:p>
          <a:p>
            <a:r>
              <a:rPr dirty="0"/>
              <a:t>• Route B (thin): a tiny board (</a:t>
            </a:r>
            <a:r>
              <a:rPr dirty="0" err="1"/>
              <a:t>Seeed</a:t>
            </a:r>
            <a:r>
              <a:rPr dirty="0"/>
              <a:t> XIAO, 3.5mm) + ultra-thin LiPo → a ~5mm stack that fits any insole, unnoticeable. Needs a battery connected = light assembly, still no circuit design.</a:t>
            </a:r>
          </a:p>
          <a:p>
            <a:r>
              <a:rPr dirty="0"/>
              <a:t>• Plan: Route A for the pilot now → Route B for productization.</a:t>
            </a:r>
          </a:p>
          <a:p>
            <a:r>
              <a:rPr dirty="0"/>
              <a:t>→ NEXT: "So here is what I'm actually proposing."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 · Next &amp; The Ask  (~1 min)</a:t>
            </a:r>
          </a:p>
          <a:p>
            <a:r>
              <a:rPr dirty="0"/>
              <a:t>• Three steps: ① off-the-shelf module in a </a:t>
            </a:r>
            <a:r>
              <a:rPr dirty="0" err="1"/>
              <a:t>Fitasy</a:t>
            </a:r>
            <a:r>
              <a:rPr dirty="0"/>
              <a:t> custom midsole pocket → ② validate measurement accuracy &amp; everyday reliability → ③ a ~5mm thin pod seamlessly embedded in your shoes.</a:t>
            </a:r>
          </a:p>
          <a:p>
            <a:r>
              <a:rPr dirty="0"/>
              <a:t>• THE ASK (CTA box): start with an off-the-shelf module + custom pocket, and run ONE joint real-shoe pilot on a </a:t>
            </a:r>
            <a:r>
              <a:rPr dirty="0" err="1"/>
              <a:t>Fitasy</a:t>
            </a:r>
            <a:r>
              <a:rPr dirty="0"/>
              <a:t> model, with agreed, verifiable milestones. Low cost, low risk, fast.</a:t>
            </a:r>
          </a:p>
          <a:p>
            <a:r>
              <a:rPr dirty="0"/>
              <a:t>• Business model &amp; pricing live in the separate business deck — happy to walk through it after.</a:t>
            </a:r>
          </a:p>
          <a:p>
            <a:r>
              <a:rPr dirty="0"/>
              <a:t>• Close: "The phone demo already proved the algorithm. The only thing left is to put it in your shoe — and that is a pilot, not a research project."</a:t>
            </a:r>
          </a:p>
          <a:p>
            <a:r>
              <a:rPr dirty="0"/>
              <a:t>[TOTAL ≈ 7 min talk + ~2 min live demo = 9–10 min]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30368"/>
            <a:ext cx="12191695" cy="54864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Phone Demo · Specs &amp; Accuracy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58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StrideSense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Foot-mounted 6-axis IMU · phone demo proven (feasibility)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85615"/>
            <a:ext cx="10972800" cy="493776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85615"/>
            <a:ext cx="10607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⚠️ Pain: L-R asymmetry · impact overload · unstable landing — invisible to the eye; training by feel = injury + plateau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Now: one iPhone reconstructs trajectory &amp; gait   →   Next: commercial 6-axis IMU embedded in Fitasy shoes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68112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📱  </a:t>
            </a:r>
            <a:r>
              <a:rPr sz="14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468112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📊  </a:t>
            </a:r>
            <a:r>
              <a:rPr sz="14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Accuracy &amp;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468112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🚀  </a:t>
            </a:r>
            <a:r>
              <a:rPr sz="14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Future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Xiaoyu Zhang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① Current Demo · Device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Phone 6-axis IMU records real walking → reconstructs 2D / 3D trajectory</a:t>
            </a:r>
          </a:p>
        </p:txBody>
      </p:sp>
      <p:pic>
        <p:nvPicPr>
          <p:cNvPr id="5" name="Picture 4" descr="imu_sensors_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1115568"/>
            <a:ext cx="8503920" cy="20501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66536" y="3236976"/>
            <a:ext cx="2083117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📹 Real recording</a:t>
            </a:r>
          </a:p>
        </p:txBody>
      </p:sp>
      <p:pic>
        <p:nvPicPr>
          <p:cNvPr id="7" name="vide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878016" y="3456432"/>
            <a:ext cx="1260157" cy="2240280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174750" y="4457700"/>
            <a:ext cx="384048" cy="237744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5374" y="3236976"/>
            <a:ext cx="2167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2D trajectory · ●start→○end</a:t>
            </a:r>
          </a:p>
        </p:txBody>
      </p:sp>
      <p:pic>
        <p:nvPicPr>
          <p:cNvPr id="10" name="Picture 9" descr="fig_traj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5374" y="3456432"/>
            <a:ext cx="2167467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6550" y="3236976"/>
            <a:ext cx="2167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3D trajectory</a:t>
            </a:r>
          </a:p>
        </p:txBody>
      </p:sp>
      <p:pic>
        <p:nvPicPr>
          <p:cNvPr id="12" name="Picture 11" descr="fig_traj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6550" y="3456432"/>
            <a:ext cx="2167467" cy="1828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" y="5769864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769864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One phone (accel + gyro) already reconstructs a full single-foot gait trajectory — an in-shoe commercial pod only makes it steadier &amp; more complete.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Scope: single walk ~8.6s · 6 steps · 60Hz · open path (not a loop) · step-time CV≈1.7%; shows feasibility &amp; trajectory reconstruction, not validated vs motion-capture ground truth.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2/6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② Phone Demo vs Commercial 6-axis IMU · Accuracy &amp;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Is each feature accurate enough to serve as an absolute metric?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25296"/>
            <a:ext cx="5349240" cy="1024128"/>
          </a:xfrm>
          <a:prstGeom prst="roundRect">
            <a:avLst/>
          </a:prstGeom>
          <a:solidFill>
            <a:srgbClr val="151C28"/>
          </a:solidFill>
          <a:ln w="1651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28016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📱 Phone Demo · iPhone built-in 6-axis (Bosch)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09344"/>
            <a:ext cx="5120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~60 Hz · 16-bit · fixed range · soft-strapped · weak sync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↔ Same class of 6-axis &amp; same algorithm — just lower rate, softer mount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25296"/>
            <a:ext cx="5349240" cy="1024128"/>
          </a:xfrm>
          <a:prstGeom prst="roundRect">
            <a:avLst/>
          </a:prstGeom>
          <a:solidFill>
            <a:srgbClr val="151C28"/>
          </a:solidFill>
          <a:ln w="1651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28016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Commercial 6-axis IMU pod (real parts)</a:t>
            </a:r>
          </a:p>
        </p:txBody>
      </p:sp>
      <p:pic>
        <p:nvPicPr>
          <p:cNvPr id="10" name="Picture 9" descr="chip_i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45920"/>
            <a:ext cx="3108960" cy="5718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0" y="137160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16-bit · ±16g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±2000 dps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ODR ≥1 kHz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rigid in-shoe · hard timebase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22576"/>
            <a:ext cx="1691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11 features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322576"/>
            <a:ext cx="4538749" cy="329184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2322576"/>
            <a:ext cx="453874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✓ 7 · absolute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6189" y="2322576"/>
            <a:ext cx="2593570" cy="329184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16189" y="2322576"/>
            <a:ext cx="259357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~ 4 · relative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79776"/>
            <a:ext cx="10908792" cy="329184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779776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779776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Phone demo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779776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Commercial pod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779776"/>
            <a:ext cx="2743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Capability (metric?)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45536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145536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14553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±2–3 spm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14553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±1–2 spm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6528" y="3172968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96528" y="3145536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Absolute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06140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406140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Stride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3406140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±20–40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406140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±5–15 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96528" y="3433572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96528" y="3406140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Absolute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666744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666744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Gait CV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3666744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±1–1.5%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666744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±0.5–1%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96528" y="3694176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96528" y="3666744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Absolute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927348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3927348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Ground contact GCT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3927348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±30–60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3927348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±5–15 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96528" y="3954780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796528" y="3927348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Absolute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187952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4187952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Stance / Swing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4680" y="4187952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±5–8%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4187952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±2–3%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96528" y="4215384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96528" y="4187952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Absolute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448556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" y="4448556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Stride length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444855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±8–15%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444855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±2–5%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96528" y="4475988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96528" y="4448556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Absolute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4709160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960" y="4709160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Gait speed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4680" y="4709160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±10–20%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80" y="4709160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±3–8%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96528" y="4736592"/>
            <a:ext cx="1481328" cy="187451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96528" y="4709160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Relative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4969764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4969764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Symmetry LSI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54680" y="4969764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needs both feet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80" y="4969764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±2–4% (both feet)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96528" y="4997196"/>
            <a:ext cx="1481328" cy="187451"/>
          </a:xfrm>
          <a:prstGeom prst="round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796528" y="4969764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Absolute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5230368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2960" y="5230368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Toe clearance MTC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54680" y="5230368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±3–6 cm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97880" y="5230368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±1–3 cm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96528" y="5257800"/>
            <a:ext cx="1481328" cy="187451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796528" y="5230368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Relative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" y="5490972"/>
            <a:ext cx="10908792" cy="260603"/>
          </a:xfrm>
          <a:prstGeom prst="roundRect">
            <a:avLst/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2960" y="5490972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Foot angle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54680" y="5490972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±5–10°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97880" y="5490972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±1–3° (contact)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96528" y="5518404"/>
            <a:ext cx="1481328" cy="187451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796528" y="5490972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Relative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" y="5751576"/>
            <a:ext cx="10908792" cy="260603"/>
          </a:xfrm>
          <a:prstGeom prst="round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" y="5751576"/>
            <a:ext cx="228600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2D / 3D trajectory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54680" y="575157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high drift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97880" y="5751576"/>
            <a:ext cx="2697480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FE0C8"/>
                </a:solidFill>
                <a:latin typeface="PingFang SC"/>
                <a:ea typeface="PingFang SC"/>
                <a:cs typeface="PingFang SC"/>
              </a:rPr>
              <a:t>higher rate + rigid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96528" y="5779008"/>
            <a:ext cx="1481328" cy="187451"/>
          </a:xfrm>
          <a:prstGeom prst="roundRect">
            <a:avLst/>
          </a:prstGeom>
          <a:solidFill>
            <a:srgbClr val="4CC2FF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796528" y="5751576"/>
            <a:ext cx="1481328" cy="2606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Relative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6067044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■ Absolute</a:t>
            </a:r>
            <a:r>
              <a:rPr sz="93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= usable directly as a metric      </a:t>
            </a:r>
            <a:r>
              <a:rPr sz="96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■ Relative</a:t>
            </a:r>
            <a:r>
              <a:rPr sz="93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= needs one calibration, but the change is precise.  Foot signals a watch can't measure.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Source: </a:t>
            </a:r>
            <a:r>
              <a:rPr sz="93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phone column = on-device measured, ± are estimates (single trial, uncalibrated); commercial column = datasheet / literature upper bounds, benchmarked to Vicon, Plantiga.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③ Future · What a Commercial 6-axis IMU Enables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One in-shoe pod covers both Athletic Performance + Sport Rehab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91440" cy="23774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Athletic Performance · running efficiency / training 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4583" y="1591056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4583" y="1700784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583" y="2231136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Running form &amp; efficiency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4623" y="2596896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887" y="2651760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Detected features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Cadence · GCT · flight ratio · foot angle · symmetry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055" y="1591056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1055" y="1700784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1055" y="2231136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Path &amp; range of motion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1095" y="2596896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77359" y="2651760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Detected features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2D/3D trajectory · speed · turn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1591056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7527" y="1700784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7527" y="2231136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7A90"/>
                </a:solidFill>
                <a:latin typeface="PingFang SC"/>
                <a:ea typeface="PingFang SC"/>
                <a:cs typeface="PingFang SC"/>
              </a:rPr>
              <a:t>Training load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27567" y="2596896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3831" y="2651760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Detected features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Cumulative impact · steps · GCT · load asymmetry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93008"/>
            <a:ext cx="91440" cy="237744"/>
          </a:xfrm>
          <a:prstGeom prst="rect">
            <a:avLst/>
          </a:prstGeom>
          <a:solidFill>
            <a:srgbClr val="FF7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47472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Sport Rehab · return-to-sport (ACL · ankle · overuse)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4583" y="3767328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4583" y="3877056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⚖️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583" y="4407408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Return-to-sport · symmetry LSI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4623" y="4773168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0887" y="4828032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Detected features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L-R &amp; stride symmetry · single-leg load · stability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1055" y="3767328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31055" y="3877056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1055" y="4407408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Fatigue · landing stability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51095" y="4773168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77359" y="4828032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Detected features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Gait CV · landing impact · cycle variability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7527" y="3767328"/>
            <a:ext cx="3529584" cy="1773936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07527" y="3877056"/>
            <a:ext cx="352958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7527" y="4407408"/>
            <a:ext cx="35295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B98CFF"/>
                </a:solidFill>
                <a:latin typeface="PingFang SC"/>
                <a:ea typeface="PingFang SC"/>
                <a:cs typeface="PingFang SC"/>
              </a:rPr>
              <a:t>Trip / clearance risk alert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7567" y="4773168"/>
            <a:ext cx="2889504" cy="12801"/>
          </a:xfrm>
          <a:prstGeom prst="rect">
            <a:avLst/>
          </a:prstGeom>
          <a:solidFill>
            <a:srgbClr val="2A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53831" y="4828032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Detected features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Toe clearance MTC · variability · foot angle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687568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5687568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Swap the report template to cover both scenarios; each app = a set of quantifiable foot features.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④ Hardware · Two Routes to In-Shoe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Complete modules are all ≥10mm — two viable in-shoe routes, no circuit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5486400" cy="416052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9105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A · Fast route — off-the-shelf module + custom pocket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Complete module (BLE+battery) → custom Fitasy midsole pocket, removable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95728"/>
            <a:ext cx="2542032" cy="181051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2505456"/>
            <a:ext cx="2249424" cy="10241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od_w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1" y="256032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3566160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WitMotion WT9011DCL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840480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~12mm · $16–30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2395728"/>
            <a:ext cx="2542032" cy="181051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56432" y="2505456"/>
            <a:ext cx="2249424" cy="10241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od_mbi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1" y="256032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10128" y="3566160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mbientlab MMS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3840480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10mm · $130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3425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✓ No circuit design · off-the-shelf · pilot in 1–2 wks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70001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✗ Thick ~10–12mm → fits a custom midsole pocket, removable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138928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→ Exactly the 'buy + package' idea; custom shoe is the key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481328"/>
            <a:ext cx="5486400" cy="4160520"/>
          </a:xfrm>
          <a:prstGeom prst="roundRect">
            <a:avLst/>
          </a:prstGeom>
          <a:solidFill>
            <a:srgbClr val="151C28"/>
          </a:solidFill>
          <a:ln w="2032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159105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B · Thin route — tiny board + ultra-thin battery ~5mm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938528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Tiny board (BLE+6-axis) + ultra-thin LiPo → ~5mm stack, any insole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395728"/>
            <a:ext cx="2542032" cy="181051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92824" y="2505456"/>
            <a:ext cx="2249424" cy="10241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mod_xia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3" y="2560320"/>
            <a:ext cx="1219200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46520" y="3566160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Seeed XIAO nRF52840 Sense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40480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21×18×3.5mm · $16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395728"/>
            <a:ext cx="2542032" cy="1810512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244584" y="2505456"/>
            <a:ext cx="2249424" cy="10241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bat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4" y="2560320"/>
            <a:ext cx="914400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98280" y="3566160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Ultra-thin LiPo pouch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840480"/>
            <a:ext cx="2542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~1mm / 50mAh · $3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33425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= ~5mm pod stack · 6-axis + BLE5.4 · built-in charging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70001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✓ ~5mm, thinnest &amp; unnoticeable, fits any thin insole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138928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✗ Needs a battery connected (light assembly, no circuit design)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797296"/>
            <a:ext cx="10908792" cy="548640"/>
          </a:xfrm>
          <a:prstGeom prst="roundRect">
            <a:avLst/>
          </a:prstGeom>
          <a:solidFill>
            <a:srgbClr val="1B2330"/>
          </a:solidFill>
          <a:ln w="1524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797296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Plan: route A (fast) for the real-shoe pilot first → route B (thin) for productization; both off-the-shelf, no circuit design.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91440" cy="50292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⑤ Next · From Phone Demo to In-Shoe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Three steps: real-shoe pilot → validate accuracy &amp; stability → thin-pod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Phone demo proves '6-axis can reconstruct gait'; commercial pod accuracy = the next target to realize in-shoe, not yet achieved.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747" y="2011680"/>
            <a:ext cx="3246120" cy="224028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747" y="2249424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31089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① Off-the-shelf ·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907" y="3584448"/>
            <a:ext cx="29718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Complete module (BLE+battery) in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Fitasy custom midsole pocket · removable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4731" y="2985516"/>
            <a:ext cx="393192" cy="292608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72787" y="2011680"/>
            <a:ext cx="3246120" cy="224028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72787" y="2249424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787" y="31089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② Validate accuracy &amp; 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9947" y="3584448"/>
            <a:ext cx="29718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Confirm measurement accuracy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&amp; everyday reliability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73771" y="2985516"/>
            <a:ext cx="393192" cy="292608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1827" y="2011680"/>
            <a:ext cx="3246120" cy="2240280"/>
          </a:xfrm>
          <a:prstGeom prst="roundRect">
            <a:avLst/>
          </a:prstGeom>
          <a:solidFill>
            <a:srgbClr val="151C28"/>
          </a:solidFill>
          <a:ln w="2159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1827" y="2249424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1827" y="31089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③ Thin pod ·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8987" y="3584448"/>
            <a:ext cx="29718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Build a ~5mm thin pod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seamlessly embedded in Fitasy shoes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17720"/>
            <a:ext cx="10908792" cy="960120"/>
          </a:xfrm>
          <a:prstGeom prst="roundRect">
            <a:avLst/>
          </a:prstGeom>
          <a:solidFill>
            <a:srgbClr val="1B2330"/>
          </a:solidFill>
          <a:ln w="2286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73659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🚀 Proposal: </a:t>
            </a:r>
            <a:r>
              <a:rPr sz="13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start with an off-the-shelf module + custom midsole pocket; run one joint real-shoe pilot on a Fitasy model with agreed, verifiable milestones.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21224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Business model &amp; pricing are in the full business deck.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64465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StrideSense  ·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1888</Words>
  <Application>Microsoft Macintosh PowerPoint</Application>
  <PresentationFormat>Widescreen</PresentationFormat>
  <Paragraphs>193</Paragraphs>
  <Slides>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PingFang SC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Xiaoyu Zhang</cp:lastModifiedBy>
  <cp:revision>3</cp:revision>
  <dcterms:created xsi:type="dcterms:W3CDTF">2013-01-27T09:14:16Z</dcterms:created>
  <dcterms:modified xsi:type="dcterms:W3CDTF">2026-06-05T17:37:57Z</dcterms:modified>
  <cp:category/>
</cp:coreProperties>
</file>